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1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</p:sldIdLst>
  <p:sldSz cx="12192000" cy="6858000" type="wide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1" Type="http://schemas.openxmlformats.org/officeDocument/2006/relationships/slideMaster" Target="slideMasters/slideMaster1.xml"/><Relationship Id="rId22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../media/slide1.png"/><Relationship Id="rId2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../media/slide2.png"/><Relationship Id="rId2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../media/slide3.png"/><Relationship Id="rId2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../media/slide4.png"/><Relationship Id="rId2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../media/slide5.png"/><Relationship Id="rId2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../media/slide6.png"/><Relationship Id="rId2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../media/slide7.png"/><Relationship Id="rId2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../media/slide8.png"/><Relationship Id="rId2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../media/slide9.png"/><Relationship Id="rId2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../media/slide10.png"/><Relationship Id="rId2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image" Target="../media/slide11.png"/><Relationship Id="rId2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image" Target="../media/slide12.png"/><Relationship Id="rId2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image" Target="../media/slide13.png"/><Relationship Id="rId2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image" Target="../media/slide14.png"/><Relationship Id="rId2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image" Target="../media/slide15.png"/><Relationship Id="rId2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image" Target="../media/slide16.png"/><Relationship Id="rId2" Type="http://schemas.openxmlformats.org/officeDocument/2006/relationships/slideLayout" Target="../slideLayouts/slideLayout1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image" Target="../media/slide17.png"/><Relationship Id="rId2" Type="http://schemas.openxmlformats.org/officeDocument/2006/relationships/slideLayout" Target="../slideLayouts/slideLayout1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image" Target="../media/slide18.png"/><Relationship Id="rId2" Type="http://schemas.openxmlformats.org/officeDocument/2006/relationships/slideLayout" Target="../slideLayouts/slideLayout1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image" Target="../media/slide19.png"/><Relationship Id="rId2" Type="http://schemas.openxmlformats.org/officeDocument/2006/relationships/slideLayout" Target="../slideLayouts/slideLayout1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image" Target="../media/slide20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1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2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3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4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5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6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7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8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9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10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11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12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13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14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15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16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17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18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19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20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RouteX">
  <a:themeElements>
    <a:clrScheme name="RouteX">
      <a:dk1>
        <a:srgbClr val="1F2933"/>
      </a:dk1>
      <a:lt1>
        <a:srgbClr val="FFFFFF"/>
      </a:lt1>
      <a:dk2>
        <a:srgbClr val="667085"/>
      </a:dk2>
      <a:lt2>
        <a:srgbClr val="F8FAFC"/>
      </a:lt2>
      <a:accent1>
        <a:srgbClr val="1F7A5B"/>
      </a:accent1>
      <a:accent2>
        <a:srgbClr val="B8612D"/>
      </a:accent2>
      <a:accent3>
        <a:srgbClr val="7A4F8E"/>
      </a:accent3>
      <a:accent4>
        <a:srgbClr val="A17712"/>
      </a:accent4>
      <a:accent5>
        <a:srgbClr val="2F6690"/>
      </a:accent5>
      <a:accent6>
        <a:srgbClr val="B42318"/>
      </a:accent6>
      <a:hlink>
        <a:srgbClr val="0563C1"/>
      </a:hlink>
      <a:folHlink>
        <a:srgbClr val="954F72"/>
      </a:folHlink>
    </a:clrScheme>
    <a:fontScheme name="RouteX">
      <a:majorFont>
        <a:latin typeface="Aptos Display"/>
      </a:majorFont>
      <a:minorFont>
        <a:latin typeface="Aptos"/>
      </a:minorFont>
    </a:fontScheme>
    <a:fmtScheme name="RouteX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/>
      </a:effectStyleLst>
      <a:bgFillStyleLst>
        <a:solidFill>
          <a:schemeClr val="phClr"/>
        </a:solidFill>
      </a:bgFillStyleLst>
    </a:fmtScheme>
  </a:themeElements>
</a:theme>
</file>